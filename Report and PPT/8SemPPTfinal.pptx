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0" r:id="rId7"/>
    <p:sldId id="269" r:id="rId8"/>
    <p:sldId id="273" r:id="rId9"/>
    <p:sldId id="274" r:id="rId10"/>
    <p:sldId id="275" r:id="rId11"/>
    <p:sldId id="276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5/2/2026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azorpay.com/docs" TargetMode="External"/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github.com/panva/jose" TargetMode="External"/><Relationship Id="rId2" Type="http://schemas.openxmlformats.org/officeDocument/2006/relationships/hyperlink" Target="https://nextjs.org/docs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ongoosejs.com/" TargetMode="External"/><Relationship Id="rId11" Type="http://schemas.openxmlformats.org/officeDocument/2006/relationships/hyperlink" Target="https://renukiranfoundation.vercel.app/" TargetMode="External"/><Relationship Id="rId5" Type="http://schemas.openxmlformats.org/officeDocument/2006/relationships/hyperlink" Target="https://tailwindcss.com/docs" TargetMode="External"/><Relationship Id="rId10" Type="http://schemas.openxmlformats.org/officeDocument/2006/relationships/hyperlink" Target="https://github.com/smresponsibilities/NGO-WEBSITE" TargetMode="External"/><Relationship Id="rId4" Type="http://schemas.openxmlformats.org/officeDocument/2006/relationships/hyperlink" Target="https://docs.mongodb.com/" TargetMode="External"/><Relationship Id="rId9" Type="http://schemas.openxmlformats.org/officeDocument/2006/relationships/hyperlink" Target="https://www.framer.com/motion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-68826" y="841248"/>
            <a:ext cx="9144000" cy="587418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Renukiran</a:t>
            </a: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Tree Plantation Project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Anmol Sharma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2210990127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Anushka Malik 2210991323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Kaushaki Jha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2210991771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 Mahajan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2210992314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Anshu Singla (Professor)</a:t>
            </a:r>
            <a:b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09624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a digital bridge that connects NGOs with corporations and individuals to foster environmental growth.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 simple, high-performing, and aesthetically pleasing website that simplifies the process of donating toward tree plantation.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Presence: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Establishing a robust "digital footprint" for the NGO to ensure global visibility and accessibility.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53D54E38-F7F5-049B-6B25-EEBF52ADA072}"/>
              </a:ext>
            </a:extLst>
          </p:cNvPr>
          <p:cNvSpPr txBox="1"/>
          <p:nvPr/>
        </p:nvSpPr>
        <p:spPr>
          <a:xfrm>
            <a:off x="152640" y="1552195"/>
            <a:ext cx="8838720" cy="423900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Visibility: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impactful NGOs remain invisible to potential corporate and individual donors due to a lack of an online presence.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Acquisition Costs: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portions of NGO budgets are often spent on expensive advertisement campaigns to raise awareness</a:t>
            </a:r>
            <a: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Donation Processes: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donation methods can be tiresome, discouraging everyday users from contributing to environmental causes.</a:t>
            </a: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3D65B8B-9A6F-D857-1B96-02C8872DB11D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both individual "normal people" and large-scale companies looking to fulfill environmental responsibilities.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Functionality: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browse and "buy" specific trees they wish to have planted.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Loop: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allows the NGO to validate and confirm the plantation once the user's contribution is processed.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Optimizing the platform for global access via the internet.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45D9-DA68-DE8E-36DE-206173C3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53"/>
            <a:ext cx="5486040" cy="914040"/>
          </a:xfrm>
        </p:spPr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74B7146A-B6C9-086F-00D9-D43B6D684CB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a unified framework to eliminate the need for separate frontend and backend deployments, ensuring efficiency.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a clean, beautiful layout across all pages to enhance the user experience.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 Optimization: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metadata specifically to improve Search Engine Optimization (SEO) rankings, reducing the need for paid ads.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Communication: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direct communication channels for immediate user support.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72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465C-7683-10AD-B4FD-5BEE9D64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Techniques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901C4003-5045-7382-78F4-8A4AA076DFE7}"/>
              </a:ext>
            </a:extLst>
          </p:cNvPr>
          <p:cNvSpPr txBox="1"/>
          <p:nvPr/>
        </p:nvSpPr>
        <p:spPr>
          <a:xfrm>
            <a:off x="152640" y="1011419"/>
            <a:ext cx="8838720" cy="562535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Framework: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Chosen for its full-stack capabilities, performance, and optimized loading speeds.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Enhancements: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UI libraries were utilized to ensure the website is visually engaging and responsive.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APIs: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seamless chat-to-buy functionality 	and user queries.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secure and easy transactions.</a:t>
            </a: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landing page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cards for selection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 partners 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page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signed &amp; their timeline 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sub-info pages</a:t>
            </a:r>
            <a:r>
              <a:rPr lang="en-US" sz="2000" dirty="0"/>
              <a:t>.</a:t>
            </a:r>
            <a:endParaRPr lang="en-US" sz="19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14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72E6-1715-9AD5-DD8E-3275E96E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1BAE1DE5-2735-2825-55C8-5DA319E48B8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Contribution: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Putting the NGO on the "global web" so anyone, anywhere, can contribute to the plantation goals.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Drastically reducing ad spend by utilizing organic SEO optimization.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a clear platform where donations are directly linked to tangible plantation actions.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fast, performant website where only the initial load is "costly" in terms of data, providing a smooth experience thereafter.</a:t>
            </a:r>
          </a:p>
        </p:txBody>
      </p:sp>
    </p:spTree>
    <p:extLst>
      <p:ext uri="{BB962C8B-B14F-4D97-AF65-F5344CB8AC3E}">
        <p14:creationId xmlns:p14="http://schemas.microsoft.com/office/powerpoint/2010/main" val="166736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0675-636A-FEC4-4B38-25220E03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D0D7-5ABE-E1F9-F691-C00FEA10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44FDA5BF-20A0-95A6-76B0-96932C43C7E8}"/>
              </a:ext>
            </a:extLst>
          </p:cNvPr>
          <p:cNvSpPr txBox="1"/>
          <p:nvPr/>
        </p:nvSpPr>
        <p:spPr>
          <a:xfrm>
            <a:off x="164008" y="1109742"/>
            <a:ext cx="8979992" cy="557452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Documentation: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Official Documentation: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https://nextjs.org/docs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https://docs.mongodb.com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https://tailwindcss.com/docs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ODM: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https://mongoosejs.com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 JWT Library: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https://github.com/panva/jose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 Documentation: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https://razorpay.com/docs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Framer Motion: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https://www.framer.com/motion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https://github.com/smresponsibilities/NGO-WEBSITE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https://renukiranfoundation.vercel.app/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34744</TotalTime>
  <Words>645</Words>
  <Application>Microsoft Office PowerPoint</Application>
  <PresentationFormat>On-screen Show (4:3)</PresentationFormat>
  <Paragraphs>83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Project Scope</vt:lpstr>
      <vt:lpstr>Methodology</vt:lpstr>
      <vt:lpstr>Tools &amp; Techniques</vt:lpstr>
      <vt:lpstr>Expected Outcomes &amp; Benefits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Anmol Sharma</cp:lastModifiedBy>
  <cp:revision>2299</cp:revision>
  <dcterms:created xsi:type="dcterms:W3CDTF">2010-04-09T07:36:15Z</dcterms:created>
  <dcterms:modified xsi:type="dcterms:W3CDTF">2026-05-02T00:57:45Z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